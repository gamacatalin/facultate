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2" r:id="rId16"/>
    <p:sldId id="270" r:id="rId17"/>
    <p:sldId id="271" r:id="rId18"/>
    <p:sldId id="277" r:id="rId19"/>
    <p:sldId id="269" r:id="rId20"/>
    <p:sldId id="274" r:id="rId21"/>
    <p:sldId id="276" r:id="rId22"/>
    <p:sldId id="275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4" autoAdjust="0"/>
    <p:restoredTop sz="94660"/>
  </p:normalViewPr>
  <p:slideViewPr>
    <p:cSldViewPr>
      <p:cViewPr varScale="1">
        <p:scale>
          <a:sx n="88" d="100"/>
          <a:sy n="88" d="100"/>
        </p:scale>
        <p:origin x="4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B3666-392B-450E-9BFA-485A01A71EAF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BB0EF7-4737-4F3D-AC73-D936FA4C97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75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64798A4-6AFC-4388-AC24-33B8205DF2B2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F34C80-B9E5-461F-8386-E93894B6C7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FBB6D-8F1D-40BB-96BE-40A0FD82ABA3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24C880-67C3-4833-AB73-F7B765A28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1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FBD9D-8C75-4B7B-AFF5-4F497C7C2CE3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1B78-DAFE-469B-98B1-6D646B682E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0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24182-95A8-4D21-AE41-38DEC1045361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825A8-2005-436B-B4BD-36EEF4C16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BA1DF17-9E2E-447C-A9D6-D083FE270C7B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4691D9-2E0A-45A5-89C2-DFF1787BD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75E5F-468D-41FE-9559-648FCAF3E788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2DAF7-4B75-433B-849B-1CA6EC805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2206414-33F4-45BA-9279-29EBE5331360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E4D4C2-7824-4984-97CA-A775BF531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85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DB2AF9-1FF5-436F-BF59-00DAC6CE088E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235843-0940-4EB8-A070-3315EF2E5C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422E-8748-4C5E-B1E9-033410456215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717EA-33CC-49AB-A1F8-EAAB1DA3A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3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1972A-B729-44EF-B6EB-435E274CE6DB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C7CB1-8501-4DBE-925E-40082DBB1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1ACBB2-CE28-48AB-A439-DD0CEC082BCB}" type="datetimeFigureOut">
              <a:rPr lang="en-US"/>
              <a:pPr>
                <a:defRPr/>
              </a:pPr>
              <a:t>12/3/2020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E72E6736-95FA-44D3-9606-DEC18B53A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49" r:id="rId4"/>
    <p:sldLayoutId id="2147483950" r:id="rId5"/>
    <p:sldLayoutId id="2147483957" r:id="rId6"/>
    <p:sldLayoutId id="2147483951" r:id="rId7"/>
    <p:sldLayoutId id="2147483958" r:id="rId8"/>
    <p:sldLayoutId id="2147483959" r:id="rId9"/>
    <p:sldLayoutId id="2147483952" r:id="rId10"/>
    <p:sldLayoutId id="214748395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Boolean Algebras and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Boolean Functions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 smtClean="0"/>
              <a:t>Boolean algebras and Boolean functions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92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229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Algebra</a:t>
            </a:r>
            <a:endParaRPr lang="en-US" sz="2400" b="1" u="sng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153400" cy="5410200"/>
          </a:xfrm>
          <a:noFill/>
        </p:spPr>
      </p:pic>
      <p:pic>
        <p:nvPicPr>
          <p:cNvPr id="102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1</a:t>
            </a:r>
            <a:endParaRPr lang="en-US" b="1" u="sng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76400"/>
            <a:ext cx="7848600" cy="3581400"/>
          </a:xfrm>
          <a:noFill/>
        </p:spPr>
      </p:pic>
      <p:pic>
        <p:nvPicPr>
          <p:cNvPr id="112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7848600" cy="5257800"/>
          </a:xfrm>
          <a:noFill/>
        </p:spPr>
      </p:pic>
      <p:pic>
        <p:nvPicPr>
          <p:cNvPr id="1229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functions</a:t>
            </a:r>
            <a:endParaRPr lang="en-US" sz="2400" b="1" u="sng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305800" cy="5181600"/>
          </a:xfrm>
          <a:noFill/>
        </p:spPr>
      </p:pic>
      <p:pic>
        <p:nvPicPr>
          <p:cNvPr id="133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Theorems</a:t>
            </a:r>
            <a:endParaRPr lang="en-US" b="1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8989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3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4</a:t>
            </a:r>
            <a:endParaRPr lang="en-US" b="1" u="sng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905000"/>
            <a:ext cx="8305800" cy="3124200"/>
          </a:xfrm>
          <a:noFill/>
        </p:spPr>
      </p:pic>
      <p:pic>
        <p:nvPicPr>
          <p:cNvPr id="153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571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7718425" cy="508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55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5</a:t>
            </a:r>
            <a:r>
              <a:rPr lang="en-US" dirty="0" smtClean="0"/>
              <a:t> (contd.)</a:t>
            </a: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9624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Notations</a:t>
            </a:r>
            <a:endParaRPr lang="en-US" b="1" u="sng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71600"/>
            <a:ext cx="7620000" cy="4495800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b="1" u="sng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47800"/>
            <a:ext cx="8001000" cy="4267200"/>
          </a:xfrm>
          <a:noFill/>
        </p:spPr>
      </p:pic>
      <p:pic>
        <p:nvPicPr>
          <p:cNvPr id="194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dirty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14400"/>
            <a:ext cx="8305800" cy="5257800"/>
          </a:xfrm>
          <a:noFill/>
        </p:spPr>
      </p:pic>
      <p:pic>
        <p:nvPicPr>
          <p:cNvPr id="204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533400"/>
            <a:ext cx="7696200" cy="5370513"/>
          </a:xfrm>
          <a:noFill/>
        </p:spPr>
      </p:pic>
      <p:pic>
        <p:nvPicPr>
          <p:cNvPr id="2150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963" y="609600"/>
            <a:ext cx="8382000" cy="5761038"/>
          </a:xfrm>
          <a:noFill/>
        </p:spPr>
      </p:pic>
      <p:pic>
        <p:nvPicPr>
          <p:cNvPr id="2253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err="1" smtClean="0"/>
              <a:t>Minterms</a:t>
            </a:r>
            <a:r>
              <a:rPr lang="en-US" b="1" dirty="0" smtClean="0"/>
              <a:t> and </a:t>
            </a:r>
            <a:r>
              <a:rPr lang="en-US" b="1" dirty="0" err="1" smtClean="0"/>
              <a:t>Maxterms</a:t>
            </a:r>
            <a:endParaRPr lang="en-US" b="1" dirty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696200" cy="5562600"/>
          </a:xfrm>
          <a:noFill/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/>
          <a:lstStyle/>
          <a:p>
            <a:pPr>
              <a:defRPr/>
            </a:pPr>
            <a:r>
              <a:rPr lang="en-US" sz="2400" b="1" dirty="0" err="1" smtClean="0"/>
              <a:t>Minterms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maxterms</a:t>
            </a:r>
            <a:r>
              <a:rPr lang="en-US" sz="2400" b="1" dirty="0" smtClean="0"/>
              <a:t> - properties</a:t>
            </a:r>
            <a:endParaRPr lang="en-US" sz="2400" b="1" dirty="0"/>
          </a:p>
        </p:txBody>
      </p:sp>
      <p:pic>
        <p:nvPicPr>
          <p:cNvPr id="24579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772400" cy="5410200"/>
          </a:xfrm>
          <a:noFill/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560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571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7718425" cy="508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25" y="1063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Example 10</a:t>
            </a:r>
            <a:endParaRPr lang="en-US" b="1" u="sng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7696200" cy="5715000"/>
          </a:xfrm>
          <a:noFill/>
        </p:spPr>
      </p:pic>
      <p:pic>
        <p:nvPicPr>
          <p:cNvPr id="266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endParaRPr lang="en-US" b="1" u="sng" dirty="0"/>
          </a:p>
        </p:txBody>
      </p:sp>
      <p:sp>
        <p:nvSpPr>
          <p:cNvPr id="27651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191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1000"/>
            <a:ext cx="7772400" cy="5603875"/>
          </a:xfrm>
          <a:noFill/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Example 12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o-RO" sz="2200" b="1" dirty="0" smtClean="0">
                <a:latin typeface="Times New Roman" pitchFamily="18" charset="0"/>
                <a:cs typeface="Times New Roman" pitchFamily="18" charset="0"/>
              </a:rPr>
              <a:t>Write the canonical forms of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the function</a:t>
            </a:r>
            <a:r>
              <a:rPr lang="ro-RO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447800"/>
            <a:ext cx="8305800" cy="4608513"/>
          </a:xfrm>
          <a:noFill/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1444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7F4DD3-819A-47D5-B7A9-75A8025C25B5}"/>
</file>

<file path=customXml/itemProps2.xml><?xml version="1.0" encoding="utf-8"?>
<ds:datastoreItem xmlns:ds="http://schemas.openxmlformats.org/officeDocument/2006/customXml" ds:itemID="{547670D8-19AA-47BB-B4DD-439893B80D0A}"/>
</file>

<file path=customXml/itemProps3.xml><?xml version="1.0" encoding="utf-8"?>
<ds:datastoreItem xmlns:ds="http://schemas.openxmlformats.org/officeDocument/2006/customXml" ds:itemID="{EF44536E-BB4C-42A3-89B1-EBD05F1EBA11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2829</TotalTime>
  <Words>47</Words>
  <Application>Microsoft Office PowerPoint</Application>
  <PresentationFormat>On-screen Show (4:3)</PresentationFormat>
  <Paragraphs>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Century Schoolbook</vt:lpstr>
      <vt:lpstr>Wingdings</vt:lpstr>
      <vt:lpstr>Wingdings 2</vt:lpstr>
      <vt:lpstr>Calibri</vt:lpstr>
      <vt:lpstr>Times New Roman</vt:lpstr>
      <vt:lpstr>Oriel</vt:lpstr>
      <vt:lpstr>Boolean Algebras and     Boolean Functions</vt:lpstr>
      <vt:lpstr>Boolean algebras and Boolean functions  </vt:lpstr>
      <vt:lpstr>Boolean Algebra</vt:lpstr>
      <vt:lpstr>Example 1</vt:lpstr>
      <vt:lpstr>PowerPoint Presentation</vt:lpstr>
      <vt:lpstr>Boolean functions</vt:lpstr>
      <vt:lpstr>Theorems</vt:lpstr>
      <vt:lpstr>Example 4</vt:lpstr>
      <vt:lpstr>PowerPoint Presentation</vt:lpstr>
      <vt:lpstr>Example 5 (contd.)</vt:lpstr>
      <vt:lpstr>Notations</vt:lpstr>
      <vt:lpstr>Canonical forms of Boolean functions</vt:lpstr>
      <vt:lpstr>Canonical forms of Boolean functions</vt:lpstr>
      <vt:lpstr>PowerPoint Presentation</vt:lpstr>
      <vt:lpstr>PowerPoint Presentation</vt:lpstr>
      <vt:lpstr>Minterms and Maxterms</vt:lpstr>
      <vt:lpstr>Minterms and maxterms - properties</vt:lpstr>
      <vt:lpstr>PowerPoint Presentation</vt:lpstr>
      <vt:lpstr>Example 10</vt:lpstr>
      <vt:lpstr>Example 11</vt:lpstr>
      <vt:lpstr>PowerPoint Presentation</vt:lpstr>
      <vt:lpstr>Example 12  Write the canonical forms of the function.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MIHAELA-ANA LUPEA</cp:lastModifiedBy>
  <cp:revision>179</cp:revision>
  <dcterms:created xsi:type="dcterms:W3CDTF">2017-10-28T06:03:07Z</dcterms:created>
  <dcterms:modified xsi:type="dcterms:W3CDTF">2020-12-03T08:36:14Z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
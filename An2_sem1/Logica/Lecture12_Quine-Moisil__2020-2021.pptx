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6" r:id="rId10"/>
    <p:sldId id="265" r:id="rId11"/>
    <p:sldId id="268" r:id="rId12"/>
    <p:sldId id="269" r:id="rId13"/>
    <p:sldId id="276" r:id="rId14"/>
    <p:sldId id="277" r:id="rId15"/>
    <p:sldId id="271" r:id="rId16"/>
    <p:sldId id="272" r:id="rId17"/>
    <p:sldId id="273" r:id="rId18"/>
    <p:sldId id="275" r:id="rId19"/>
    <p:sldId id="274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4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EAA45-CAB0-489D-9841-618E3AD23CB9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606B37-0A08-4EDB-A47F-115FE9C0FC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173041A-507E-4A04-9DFF-6C59252EB853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0F2A6A-8C1B-4670-BEA2-E82EB2F8B5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6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DCE18-D05B-4FAC-9FED-8C3467B70A68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F8ED28-C969-4D98-B7DE-EAE1366C10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29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1E947-5764-467E-ADB2-805E4EAE3B8F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75413-F1A1-4501-A650-787D8DB69F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9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87415-525A-4D0E-B7E1-D1E736392A4F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DB06D-002E-4ABE-8E90-6A1AFD525C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888A533-ACFF-4077-A2F0-7651165E8A9D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703D12-2349-4E87-9E92-45F6064704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8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0CA77-E04D-4DDD-97C1-5F6C074709E3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D387D-D19F-4AB3-81FE-A594547D86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2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419D051-9DA6-4F78-9A6A-EBB488FC77D5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E62A3E-F5BA-42C2-8729-D67CFEEC6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DA6E26D-D69C-4F7D-8F6D-46FF27C2B5ED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3EB194-F6AB-487D-8D21-2E3FE6AC88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06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F95C8C-A2CC-45D5-B504-A9177D9B5278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4E431-AB27-4809-9494-EE4931072E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57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3CB60-7B76-4060-9B7E-4FC43342B699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BE1DE-F048-4732-9C97-19C87E4A51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887E40D-35D2-4D91-956E-1FF68107C459}" type="datetimeFigureOut">
              <a:rPr lang="en-US"/>
              <a:pPr>
                <a:defRPr/>
              </a:pPr>
              <a:t>12/16/2020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1774B558-E80D-452E-B39F-81A0850161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84" r:id="rId4"/>
    <p:sldLayoutId id="2147483885" r:id="rId5"/>
    <p:sldLayoutId id="2147483892" r:id="rId6"/>
    <p:sldLayoutId id="2147483886" r:id="rId7"/>
    <p:sldLayoutId id="2147483893" r:id="rId8"/>
    <p:sldLayoutId id="2147483894" r:id="rId9"/>
    <p:sldLayoutId id="2147483887" r:id="rId10"/>
    <p:sldLayoutId id="214748388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600200"/>
            <a:ext cx="6629400" cy="20796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Quine-Mc’Clusky’s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 </a:t>
            </a:r>
            <a:r>
              <a:rPr lang="en-US" sz="3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Moisil’s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simplification methods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1752600"/>
            <a:ext cx="7086600" cy="32004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</a:t>
            </a: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4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endParaRPr lang="en-US" sz="4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en-US" dirty="0"/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1444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b="1" dirty="0" err="1" smtClean="0"/>
              <a:t>Quine’s</a:t>
            </a:r>
            <a:r>
              <a:rPr lang="en-US" b="1" dirty="0" smtClean="0"/>
              <a:t> Method</a:t>
            </a:r>
            <a:endParaRPr lang="en-US" b="1" dirty="0"/>
          </a:p>
        </p:txBody>
      </p:sp>
      <p:pic>
        <p:nvPicPr>
          <p:cNvPr id="921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912" y="1143000"/>
            <a:ext cx="8077200" cy="5410200"/>
          </a:xfrm>
          <a:noFill/>
        </p:spPr>
      </p:pic>
      <p:pic>
        <p:nvPicPr>
          <p:cNvPr id="922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b="1" u="sng" dirty="0" err="1" smtClean="0"/>
              <a:t>Quine’s</a:t>
            </a:r>
            <a:r>
              <a:rPr lang="en-US" b="1" u="sng" dirty="0" smtClean="0"/>
              <a:t> Method </a:t>
            </a:r>
            <a:r>
              <a:rPr lang="en-US" b="1" dirty="0" smtClean="0"/>
              <a:t>–description (I)</a:t>
            </a:r>
            <a:endParaRPr lang="en-US" dirty="0"/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399" y="1295400"/>
            <a:ext cx="8556625" cy="4724400"/>
          </a:xfrm>
          <a:noFill/>
        </p:spPr>
      </p:pic>
      <p:pic>
        <p:nvPicPr>
          <p:cNvPr id="102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b="1" u="sng" dirty="0" err="1" smtClean="0"/>
              <a:t>Quine’s</a:t>
            </a:r>
            <a:r>
              <a:rPr lang="en-US" b="1" u="sng" dirty="0" smtClean="0"/>
              <a:t> Method </a:t>
            </a:r>
            <a:r>
              <a:rPr lang="en-US" b="1" dirty="0" smtClean="0"/>
              <a:t>–description (II)</a:t>
            </a: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990600"/>
            <a:ext cx="8001000" cy="5410200"/>
          </a:xfrm>
          <a:noFill/>
        </p:spPr>
      </p:pic>
      <p:pic>
        <p:nvPicPr>
          <p:cNvPr id="1126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467600" cy="639763"/>
          </a:xfrm>
        </p:spPr>
        <p:txBody>
          <a:bodyPr/>
          <a:lstStyle/>
          <a:p>
            <a:pPr>
              <a:defRPr/>
            </a:pPr>
            <a:r>
              <a:rPr lang="en-US" b="1" u="sng" dirty="0" err="1" smtClean="0"/>
              <a:t>Quine’s</a:t>
            </a:r>
            <a:r>
              <a:rPr lang="en-US" b="1" u="sng" dirty="0" smtClean="0"/>
              <a:t> Method </a:t>
            </a:r>
            <a:r>
              <a:rPr lang="en-US" b="1" dirty="0" smtClean="0"/>
              <a:t>–description (III)</a:t>
            </a:r>
            <a:endParaRPr lang="en-US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76771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1</a:t>
            </a:r>
            <a:r>
              <a:rPr lang="en-US" dirty="0" smtClean="0"/>
              <a:t>. </a:t>
            </a:r>
            <a:r>
              <a:rPr lang="en-US" sz="2400" dirty="0" smtClean="0"/>
              <a:t>Simplify the Boolean Function</a:t>
            </a:r>
            <a:endParaRPr lang="en-US" sz="2400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7620000" cy="5029200"/>
          </a:xfrm>
          <a:noFill/>
        </p:spPr>
      </p:pic>
      <p:pic>
        <p:nvPicPr>
          <p:cNvPr id="133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1 (contd.)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75438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7643813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b="1" u="sng" dirty="0" smtClean="0"/>
              <a:t>Example 2</a:t>
            </a:r>
            <a:r>
              <a:rPr lang="en-US" dirty="0" smtClean="0"/>
              <a:t>. </a:t>
            </a:r>
            <a:r>
              <a:rPr lang="en-US" sz="2700" dirty="0" smtClean="0"/>
              <a:t>Simplify the Boolean Function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371600"/>
            <a:ext cx="7696200" cy="4365625"/>
          </a:xfrm>
          <a:noFill/>
        </p:spPr>
      </p:pic>
      <p:pic>
        <p:nvPicPr>
          <p:cNvPr id="153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2 – </a:t>
            </a:r>
            <a:r>
              <a:rPr lang="en-US" sz="2700" b="1" u="sng" dirty="0" smtClean="0"/>
              <a:t>Factorization process</a:t>
            </a:r>
            <a:endParaRPr lang="en-US" sz="2700" dirty="0"/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371600"/>
            <a:ext cx="5029200" cy="4305300"/>
          </a:xfrm>
          <a:noFill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791200"/>
            <a:ext cx="73914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4559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2 (contd.)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7467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3. </a:t>
            </a:r>
            <a:r>
              <a:rPr lang="en-US" sz="2700" dirty="0" smtClean="0"/>
              <a:t>Simplify the Boolean Function</a:t>
            </a:r>
            <a:endParaRPr lang="en-US" sz="2700" dirty="0"/>
          </a:p>
        </p:txBody>
      </p:sp>
      <p:pic>
        <p:nvPicPr>
          <p:cNvPr id="18435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153400" cy="4184650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</a:t>
            </a:r>
            <a:r>
              <a:rPr lang="en-US" sz="3200" b="1" dirty="0" smtClean="0"/>
              <a:t>3 – </a:t>
            </a:r>
            <a:r>
              <a:rPr lang="en-US" sz="2700" b="1" dirty="0" smtClean="0"/>
              <a:t>Factorization process</a:t>
            </a:r>
            <a:endParaRPr lang="en-US" sz="2700" dirty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7924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 smtClean="0"/>
              <a:t>Example </a:t>
            </a:r>
            <a:r>
              <a:rPr lang="en-US" sz="2800" b="1" dirty="0" smtClean="0"/>
              <a:t>3 – </a:t>
            </a:r>
            <a:r>
              <a:rPr lang="en-US" sz="2400" b="1" dirty="0" smtClean="0"/>
              <a:t>Central </a:t>
            </a:r>
            <a:r>
              <a:rPr lang="en-US" sz="2400" b="1" dirty="0" err="1" smtClean="0"/>
              <a:t>Monoms</a:t>
            </a:r>
            <a:endParaRPr lang="en-US" sz="2400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7620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639762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3</a:t>
            </a:r>
            <a:r>
              <a:rPr lang="en-US" sz="2800" b="1" dirty="0" smtClean="0"/>
              <a:t> – simplified forms</a:t>
            </a:r>
            <a:endParaRPr 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b="1" i="1" u="sng" dirty="0" smtClean="0"/>
              <a:t>Moisil’s simplification method 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dirty="0"/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17638"/>
            <a:ext cx="7924800" cy="3546475"/>
          </a:xfrm>
          <a:noFill/>
        </p:spPr>
      </p:pic>
      <p:pic>
        <p:nvPicPr>
          <p:cNvPr id="2253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4676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100" b="1" u="sng" dirty="0" smtClean="0"/>
              <a:t>Example 4</a:t>
            </a:r>
            <a:r>
              <a:rPr lang="en-US" dirty="0" smtClean="0"/>
              <a:t>. </a:t>
            </a:r>
            <a:r>
              <a:rPr lang="en-US" sz="2700" dirty="0" smtClean="0"/>
              <a:t>Simplify the Boolean Function</a:t>
            </a:r>
            <a:endParaRPr lang="en-US" sz="2700" dirty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219200"/>
            <a:ext cx="7848600" cy="4953000"/>
          </a:xfrm>
          <a:noFill/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14300"/>
            <a:ext cx="7467600" cy="563563"/>
          </a:xfrm>
        </p:spPr>
        <p:txBody>
          <a:bodyPr/>
          <a:lstStyle/>
          <a:p>
            <a:pPr>
              <a:defRPr/>
            </a:pPr>
            <a:r>
              <a:rPr lang="en-US" sz="2800" b="1" u="sng" dirty="0" smtClean="0"/>
              <a:t>Example 4</a:t>
            </a:r>
            <a:r>
              <a:rPr lang="en-US" sz="2800" b="1" dirty="0" smtClean="0"/>
              <a:t> (contd.)</a:t>
            </a:r>
            <a:endParaRPr lang="en-US" dirty="0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7772400" cy="5113338"/>
          </a:xfrm>
          <a:noFill/>
        </p:spPr>
      </p:pic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54832"/>
            <a:ext cx="4267200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 smtClean="0"/>
              <a:t>Example 4</a:t>
            </a:r>
            <a:r>
              <a:rPr lang="en-US" sz="2800" b="1" dirty="0" smtClean="0"/>
              <a:t> (contd.)</a:t>
            </a:r>
            <a:endParaRPr lang="en-US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8382000" cy="5099050"/>
          </a:xfrm>
          <a:noFill/>
        </p:spPr>
      </p:pic>
      <p:pic>
        <p:nvPicPr>
          <p:cNvPr id="256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b="1" u="sng" dirty="0" smtClean="0"/>
              <a:t>Example 4</a:t>
            </a:r>
            <a:r>
              <a:rPr lang="en-US" sz="3200" b="1" dirty="0" smtClean="0"/>
              <a:t> (contd.)</a:t>
            </a:r>
            <a:endParaRPr lang="en-US" dirty="0"/>
          </a:p>
        </p:txBody>
      </p:sp>
      <p:sp>
        <p:nvSpPr>
          <p:cNvPr id="2662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7696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5DF93A-CB58-42E2-83A5-C3F200D5ED25}"/>
</file>

<file path=customXml/itemProps2.xml><?xml version="1.0" encoding="utf-8"?>
<ds:datastoreItem xmlns:ds="http://schemas.openxmlformats.org/officeDocument/2006/customXml" ds:itemID="{E351F6A5-B4B7-47F7-BD17-114646664B11}"/>
</file>

<file path=customXml/itemProps3.xml><?xml version="1.0" encoding="utf-8"?>
<ds:datastoreItem xmlns:ds="http://schemas.openxmlformats.org/officeDocument/2006/customXml" ds:itemID="{5F1609AA-CA2C-43CF-8AC3-E6C23EBA7DA3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1715</TotalTime>
  <Words>103</Words>
  <Application>Microsoft Office PowerPoint</Application>
  <PresentationFormat>On-screen Show (4:3)</PresentationFormat>
  <Paragraphs>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Schoolbook</vt:lpstr>
      <vt:lpstr>Wingdings</vt:lpstr>
      <vt:lpstr>Wingdings 2</vt:lpstr>
      <vt:lpstr>Oriel</vt:lpstr>
      <vt:lpstr>Quine-Mc’Clusky’s    and  Moisil’s         simplification methods</vt:lpstr>
      <vt:lpstr>Quine’s Method</vt:lpstr>
      <vt:lpstr>Quine’s Method –description (I)</vt:lpstr>
      <vt:lpstr>Quine’s Method –description (II)</vt:lpstr>
      <vt:lpstr>Quine’s Method –description (III)</vt:lpstr>
      <vt:lpstr>Example 1. Simplify the Boolean Function</vt:lpstr>
      <vt:lpstr>Example 1 (contd.)</vt:lpstr>
      <vt:lpstr>Example 2. Simplify the Boolean Function </vt:lpstr>
      <vt:lpstr>Example 2 – Factorization process</vt:lpstr>
      <vt:lpstr>Example 2 (contd.)</vt:lpstr>
      <vt:lpstr>Example 3. Simplify the Boolean Function</vt:lpstr>
      <vt:lpstr>Example 3 – Factorization process</vt:lpstr>
      <vt:lpstr>Example 3 – Central Monoms</vt:lpstr>
      <vt:lpstr>Example 3 – simplified forms</vt:lpstr>
      <vt:lpstr>Moisil’s simplification method  </vt:lpstr>
      <vt:lpstr>Example 4. Simplify the Boolean Function</vt:lpstr>
      <vt:lpstr>Example 4 (contd.)</vt:lpstr>
      <vt:lpstr>Example 4 (contd.)</vt:lpstr>
      <vt:lpstr>Example 4 (contd.)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203</cp:revision>
  <dcterms:created xsi:type="dcterms:W3CDTF">2017-10-24T14:24:02Z</dcterms:created>
  <dcterms:modified xsi:type="dcterms:W3CDTF">2020-12-16T15:59:35Z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